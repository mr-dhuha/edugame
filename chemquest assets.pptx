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57" r:id="rId3"/>
    <p:sldId id="258" r:id="rId4"/>
    <p:sldId id="260" r:id="rId5"/>
    <p:sldId id="256" r:id="rId6"/>
  </p:sldIdLst>
  <p:sldSz cx="324008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001"/>
    <a:srgbClr val="675745"/>
    <a:srgbClr val="EADDC5"/>
    <a:srgbClr val="E3D4BA"/>
    <a:srgbClr val="CB7F2E"/>
    <a:srgbClr val="D58530"/>
    <a:srgbClr val="814617"/>
    <a:srgbClr val="F7B320"/>
    <a:srgbClr val="A1BB04"/>
    <a:srgbClr val="21B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9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942577"/>
            <a:ext cx="2754075" cy="2005142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3025045"/>
            <a:ext cx="2430066" cy="1390533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517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831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1435864"/>
            <a:ext cx="2794576" cy="2395771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3854300"/>
            <a:ext cx="2794576" cy="1259879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/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358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513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06639"/>
            <a:ext cx="2794576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1411865"/>
            <a:ext cx="137070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2103799"/>
            <a:ext cx="137070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1411865"/>
            <a:ext cx="137745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2103799"/>
            <a:ext cx="137745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695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893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447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829256"/>
            <a:ext cx="1640295" cy="4092942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337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829256"/>
            <a:ext cx="1640295" cy="4092942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254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05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306637"/>
            <a:ext cx="698644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306637"/>
            <a:ext cx="2055431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651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1533187"/>
            <a:ext cx="279457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84EBC-430D-431E-B8DF-599BD919EDBB}" type="datetimeFigureOut">
              <a:rPr lang="en-ID" smtClean="0"/>
              <a:t>29/07/2026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9840D-DABD-4454-B709-AE3029E2C8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501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FAC1-E915-C857-D553-0D12D4BD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9AA5B37-CA52-2BC9-1741-A7264C0D37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8" b="-178"/>
          <a:stretch>
            <a:fillRect/>
          </a:stretch>
        </p:blipFill>
        <p:spPr>
          <a:xfrm rot="11572129">
            <a:off x="1819505" y="3024802"/>
            <a:ext cx="824315" cy="822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5D9D49-DADB-6752-D046-3BCF56800D1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302" r="2632" b="1524"/>
          <a:stretch>
            <a:fillRect/>
          </a:stretch>
        </p:blipFill>
        <p:spPr>
          <a:xfrm rot="414687">
            <a:off x="654332" y="1877645"/>
            <a:ext cx="817069" cy="811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0C484F-E4AD-5053-EEB5-345B33DA6A3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3864" r="518" b="1791"/>
          <a:stretch>
            <a:fillRect/>
          </a:stretch>
        </p:blipFill>
        <p:spPr>
          <a:xfrm rot="712029">
            <a:off x="603471" y="3981784"/>
            <a:ext cx="834804" cy="8382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20A6C4E9-1B43-4DC7-DFFF-AFA05FB68DE7}"/>
              </a:ext>
            </a:extLst>
          </p:cNvPr>
          <p:cNvGrpSpPr/>
          <p:nvPr/>
        </p:nvGrpSpPr>
        <p:grpSpPr>
          <a:xfrm>
            <a:off x="2310296" y="3255169"/>
            <a:ext cx="311150" cy="311150"/>
            <a:chOff x="608496" y="4236244"/>
            <a:chExt cx="311150" cy="31115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2B3ACC3-9323-C9D1-C017-543380E52382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70E6A83B-9317-F379-048E-F465BEF990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3162" y="4251167"/>
              <a:ext cx="247045" cy="247045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EFBFD1-1A00-F9C4-7346-E7ADF43AEE09}"/>
              </a:ext>
            </a:extLst>
          </p:cNvPr>
          <p:cNvGrpSpPr/>
          <p:nvPr/>
        </p:nvGrpSpPr>
        <p:grpSpPr>
          <a:xfrm>
            <a:off x="633965" y="2061168"/>
            <a:ext cx="311150" cy="311150"/>
            <a:chOff x="608496" y="4236244"/>
            <a:chExt cx="311150" cy="311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ABBCEC3-C58C-D48D-CE12-0D9A3F586E0B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5A3BE61-7E82-4793-23B7-0176CA7B67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3162" y="4251167"/>
              <a:ext cx="247045" cy="24704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0961BC1B-6C17-0084-89EC-EB32E1AB540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530"/>
            <a:ext cx="3240088" cy="48569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40E6E4C-A71C-F6B9-E8A5-DD0D885BAF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22" y="214179"/>
            <a:ext cx="1620044" cy="55801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607BF55-394F-0631-C34C-17355A0B9613}"/>
              </a:ext>
            </a:extLst>
          </p:cNvPr>
          <p:cNvGrpSpPr/>
          <p:nvPr/>
        </p:nvGrpSpPr>
        <p:grpSpPr>
          <a:xfrm>
            <a:off x="540854" y="4192429"/>
            <a:ext cx="311150" cy="311150"/>
            <a:chOff x="608496" y="4236244"/>
            <a:chExt cx="311150" cy="31115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B87F4C6-E286-3580-BDF1-054637D6AAF4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E8C6C02D-5CB0-DFEB-42DB-F0BA5D6714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3162" y="4251167"/>
              <a:ext cx="247045" cy="247045"/>
            </a:xfrm>
            <a:prstGeom prst="rect">
              <a:avLst/>
            </a:prstGeom>
          </p:spPr>
        </p:pic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D0B33B9A-7C1B-4E88-F4CE-54D7E638BC0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3692"/>
          <a:stretch>
            <a:fillRect/>
          </a:stretch>
        </p:blipFill>
        <p:spPr>
          <a:xfrm>
            <a:off x="0" y="4240728"/>
            <a:ext cx="3240088" cy="127777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A4439412-D7BA-81C3-FE62-A61655095738}"/>
              </a:ext>
            </a:extLst>
          </p:cNvPr>
          <p:cNvSpPr/>
          <p:nvPr/>
        </p:nvSpPr>
        <p:spPr>
          <a:xfrm>
            <a:off x="2241551" y="4376247"/>
            <a:ext cx="762000" cy="394536"/>
          </a:xfrm>
          <a:prstGeom prst="wedgeRoundRectCallout">
            <a:avLst>
              <a:gd name="adj1" fmla="val -62123"/>
              <a:gd name="adj2" fmla="val 48922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Jejak Teori Asam Basa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B574F37-A8A6-B641-55FD-1DAAF91C93BC}"/>
              </a:ext>
            </a:extLst>
          </p:cNvPr>
          <p:cNvSpPr/>
          <p:nvPr/>
        </p:nvSpPr>
        <p:spPr>
          <a:xfrm>
            <a:off x="483894" y="3366607"/>
            <a:ext cx="762000" cy="394536"/>
          </a:xfrm>
          <a:prstGeom prst="wedgeRoundRectCallout">
            <a:avLst>
              <a:gd name="adj1" fmla="val 60377"/>
              <a:gd name="adj2" fmla="val 53750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OPERASI DERAJAT KEASAMAN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A768545B-D081-963A-EB66-3FA8C886312F}"/>
              </a:ext>
            </a:extLst>
          </p:cNvPr>
          <p:cNvSpPr/>
          <p:nvPr/>
        </p:nvSpPr>
        <p:spPr>
          <a:xfrm>
            <a:off x="2045909" y="2380890"/>
            <a:ext cx="986827" cy="394536"/>
          </a:xfrm>
          <a:prstGeom prst="wedgeRoundRectCallout">
            <a:avLst>
              <a:gd name="adj1" fmla="val -62419"/>
              <a:gd name="adj2" fmla="val 52140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DETEKTIF WARNA LABORATORIUM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20BE4833-DDC5-6CE6-05D3-35F4F7B0A3C1}"/>
              </a:ext>
            </a:extLst>
          </p:cNvPr>
          <p:cNvSpPr/>
          <p:nvPr/>
        </p:nvSpPr>
        <p:spPr>
          <a:xfrm>
            <a:off x="441564" y="1123950"/>
            <a:ext cx="855111" cy="476810"/>
          </a:xfrm>
          <a:prstGeom prst="wedgeRoundRectCallout">
            <a:avLst>
              <a:gd name="adj1" fmla="val 65319"/>
              <a:gd name="adj2" fmla="val 39107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MISI PENYELAMAT: OPERASI TITRASI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B6C27-FA57-CC58-9984-1FB9B67D20CC}"/>
              </a:ext>
            </a:extLst>
          </p:cNvPr>
          <p:cNvSpPr/>
          <p:nvPr/>
        </p:nvSpPr>
        <p:spPr>
          <a:xfrm>
            <a:off x="0" y="0"/>
            <a:ext cx="3240088" cy="5759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351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C0738-1BFF-4955-8FEE-2BCB91FF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AB1A4C-7ABC-01FA-9740-9E277D4142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8" b="-178"/>
          <a:stretch>
            <a:fillRect/>
          </a:stretch>
        </p:blipFill>
        <p:spPr>
          <a:xfrm rot="11572129">
            <a:off x="1819505" y="3024802"/>
            <a:ext cx="824315" cy="822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077D8B-1CCB-DFFE-44F6-9F06686033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302" r="2632" b="1524"/>
          <a:stretch>
            <a:fillRect/>
          </a:stretch>
        </p:blipFill>
        <p:spPr>
          <a:xfrm rot="414687">
            <a:off x="654332" y="1877645"/>
            <a:ext cx="817069" cy="811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B7B253-705F-36C0-F839-53C72557E4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3864" r="518" b="1791"/>
          <a:stretch>
            <a:fillRect/>
          </a:stretch>
        </p:blipFill>
        <p:spPr>
          <a:xfrm rot="712029">
            <a:off x="603471" y="3981784"/>
            <a:ext cx="834804" cy="8382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96A6DE82-6E78-E50A-973C-80B30752A20B}"/>
              </a:ext>
            </a:extLst>
          </p:cNvPr>
          <p:cNvGrpSpPr/>
          <p:nvPr/>
        </p:nvGrpSpPr>
        <p:grpSpPr>
          <a:xfrm>
            <a:off x="2310296" y="3255169"/>
            <a:ext cx="311150" cy="311150"/>
            <a:chOff x="608496" y="4236244"/>
            <a:chExt cx="311150" cy="31115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4DBA960-6B57-C5BC-7653-05D4B99E0BB9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8A1C9D2E-6489-9622-4F83-7567D18816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3162" y="4251167"/>
              <a:ext cx="247045" cy="247045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A5024F6-74DD-AAEE-3F92-DF9216EFB771}"/>
              </a:ext>
            </a:extLst>
          </p:cNvPr>
          <p:cNvGrpSpPr/>
          <p:nvPr/>
        </p:nvGrpSpPr>
        <p:grpSpPr>
          <a:xfrm>
            <a:off x="633965" y="2061168"/>
            <a:ext cx="311150" cy="311150"/>
            <a:chOff x="608496" y="4236244"/>
            <a:chExt cx="311150" cy="311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0B05ABC-B7F8-F85B-586A-784946FF7A62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D4CA0C1-E14B-575B-FB36-FE1E19579B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3162" y="4251167"/>
              <a:ext cx="247045" cy="24704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B58060-6F53-BE1F-28BC-914356980E9C}"/>
              </a:ext>
            </a:extLst>
          </p:cNvPr>
          <p:cNvGrpSpPr/>
          <p:nvPr/>
        </p:nvGrpSpPr>
        <p:grpSpPr>
          <a:xfrm>
            <a:off x="608496" y="4236244"/>
            <a:ext cx="311150" cy="311150"/>
            <a:chOff x="608496" y="4236244"/>
            <a:chExt cx="311150" cy="3111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42CC880-41D3-6D90-9280-884E89D9774A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4814283-4C3D-39B4-C34A-9932DDF20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C1335A2-E9BF-0573-C977-221828E3224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530"/>
            <a:ext cx="3240088" cy="48569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7C581E9-F70F-A05E-30BB-5089BB64E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22" y="214179"/>
            <a:ext cx="1620044" cy="5580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9ACC5C-2B33-1C27-3AC9-B8F9219D261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0878"/>
          <a:stretch>
            <a:fillRect/>
          </a:stretch>
        </p:blipFill>
        <p:spPr>
          <a:xfrm>
            <a:off x="0" y="3132642"/>
            <a:ext cx="3240088" cy="2385855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AF69C2A-7C86-AF12-1BF0-DCFC231F2818}"/>
              </a:ext>
            </a:extLst>
          </p:cNvPr>
          <p:cNvSpPr/>
          <p:nvPr/>
        </p:nvSpPr>
        <p:spPr>
          <a:xfrm>
            <a:off x="2241551" y="4376247"/>
            <a:ext cx="762000" cy="394536"/>
          </a:xfrm>
          <a:prstGeom prst="wedgeRoundRectCallout">
            <a:avLst>
              <a:gd name="adj1" fmla="val -62123"/>
              <a:gd name="adj2" fmla="val 48922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Jejak Teori Asam Basa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0FFEA3F-6E6B-951C-2B7D-ADB2731A7CB9}"/>
              </a:ext>
            </a:extLst>
          </p:cNvPr>
          <p:cNvSpPr/>
          <p:nvPr/>
        </p:nvSpPr>
        <p:spPr>
          <a:xfrm>
            <a:off x="483894" y="3366607"/>
            <a:ext cx="762000" cy="394536"/>
          </a:xfrm>
          <a:prstGeom prst="wedgeRoundRectCallout">
            <a:avLst>
              <a:gd name="adj1" fmla="val 60377"/>
              <a:gd name="adj2" fmla="val 5375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OPERASI DERAJAT KEASAMAN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4F55DEF5-273D-20A8-AD2E-915ED7EAF59B}"/>
              </a:ext>
            </a:extLst>
          </p:cNvPr>
          <p:cNvSpPr/>
          <p:nvPr/>
        </p:nvSpPr>
        <p:spPr>
          <a:xfrm>
            <a:off x="2045909" y="2380890"/>
            <a:ext cx="986827" cy="394536"/>
          </a:xfrm>
          <a:prstGeom prst="wedgeRoundRectCallout">
            <a:avLst>
              <a:gd name="adj1" fmla="val -62419"/>
              <a:gd name="adj2" fmla="val 52140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DETEKTIF WARNA LABORATORIUM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9596F5DE-07C4-BAF4-5FD9-1D1677983692}"/>
              </a:ext>
            </a:extLst>
          </p:cNvPr>
          <p:cNvSpPr/>
          <p:nvPr/>
        </p:nvSpPr>
        <p:spPr>
          <a:xfrm>
            <a:off x="441564" y="1123950"/>
            <a:ext cx="855111" cy="476810"/>
          </a:xfrm>
          <a:prstGeom prst="wedgeRoundRectCallout">
            <a:avLst>
              <a:gd name="adj1" fmla="val 65319"/>
              <a:gd name="adj2" fmla="val 39107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MISI PENYELAMAT: OPERASI TITRASI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A2284C-7246-FBD1-A097-DF366F5F2D86}"/>
              </a:ext>
            </a:extLst>
          </p:cNvPr>
          <p:cNvSpPr/>
          <p:nvPr/>
        </p:nvSpPr>
        <p:spPr>
          <a:xfrm>
            <a:off x="0" y="0"/>
            <a:ext cx="3240088" cy="5759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022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7A50-8660-CDF1-3725-9EE6F06BA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E8053B-77DD-5794-CC50-29B6FD2070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8" b="-178"/>
          <a:stretch>
            <a:fillRect/>
          </a:stretch>
        </p:blipFill>
        <p:spPr>
          <a:xfrm rot="11572129">
            <a:off x="1819505" y="3024802"/>
            <a:ext cx="824315" cy="822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E1129E-773F-A216-02DD-2351B3FF9D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302" r="2632" b="1524"/>
          <a:stretch>
            <a:fillRect/>
          </a:stretch>
        </p:blipFill>
        <p:spPr>
          <a:xfrm rot="414687">
            <a:off x="654332" y="1877645"/>
            <a:ext cx="817069" cy="811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4046D6-5488-35D2-ECF0-9EE43BD107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3864" r="518" b="1791"/>
          <a:stretch>
            <a:fillRect/>
          </a:stretch>
        </p:blipFill>
        <p:spPr>
          <a:xfrm rot="712029">
            <a:off x="603471" y="3981784"/>
            <a:ext cx="834804" cy="838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EDE5775-149F-0374-BCF0-3E9B1A8A2828}"/>
              </a:ext>
            </a:extLst>
          </p:cNvPr>
          <p:cNvGrpSpPr/>
          <p:nvPr/>
        </p:nvGrpSpPr>
        <p:grpSpPr>
          <a:xfrm>
            <a:off x="633965" y="2061168"/>
            <a:ext cx="311150" cy="311150"/>
            <a:chOff x="608496" y="4236244"/>
            <a:chExt cx="311150" cy="311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7DEF973-B632-7A70-04CC-02D91ECFD8C7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8CB6380-8875-E8F7-6448-800B6B8577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3162" y="4251167"/>
              <a:ext cx="247045" cy="24704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5C983C-22B0-A9AF-FED5-5F1D5442AD5C}"/>
              </a:ext>
            </a:extLst>
          </p:cNvPr>
          <p:cNvGrpSpPr/>
          <p:nvPr/>
        </p:nvGrpSpPr>
        <p:grpSpPr>
          <a:xfrm>
            <a:off x="608496" y="4236244"/>
            <a:ext cx="311150" cy="311150"/>
            <a:chOff x="608496" y="4236244"/>
            <a:chExt cx="311150" cy="3111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FB54516-869F-53B0-7B4D-4CE0D01D686A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D63AAE6-BC9D-E1BA-9479-1F78AAC13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334B66-EC4C-EAB5-0ACA-8BCED4079EF2}"/>
              </a:ext>
            </a:extLst>
          </p:cNvPr>
          <p:cNvGrpSpPr/>
          <p:nvPr/>
        </p:nvGrpSpPr>
        <p:grpSpPr>
          <a:xfrm>
            <a:off x="0" y="661530"/>
            <a:ext cx="3240088" cy="4856968"/>
            <a:chOff x="0" y="328080"/>
            <a:chExt cx="3240088" cy="485696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08BC0EB-2182-121C-16F6-28F881FA9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A97031"/>
                </a:clrFrom>
                <a:clrTo>
                  <a:srgbClr val="A97031">
                    <a:alpha val="0"/>
                  </a:srgbClr>
                </a:clrTo>
              </a:clrChange>
              <a:grayscl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733" b="92704" l="9961" r="89844">
                          <a14:foregroundMark x1="46582" y1="86906" x2="53223" y2="87948"/>
                          <a14:foregroundMark x1="69922" y1="90749" x2="66895" y2="92704"/>
                          <a14:foregroundMark x1="46973" y1="82736" x2="48145" y2="84951"/>
                          <a14:foregroundMark x1="63965" y1="44951" x2="46875" y2="42997"/>
                          <a14:foregroundMark x1="46875" y1="42997" x2="33887" y2="47622"/>
                          <a14:foregroundMark x1="33887" y1="47622" x2="34570" y2="48990"/>
                          <a14:foregroundMark x1="44434" y1="60521" x2="40918" y2="64300"/>
                          <a14:foregroundMark x1="51270" y1="19609" x2="50879" y2="21433"/>
                          <a14:foregroundMark x1="62207" y1="7036" x2="62207" y2="7036"/>
                          <a14:foregroundMark x1="47754" y1="7557" x2="47754" y2="7557"/>
                          <a14:foregroundMark x1="37695" y1="9772" x2="37695" y2="9772"/>
                          <a14:foregroundMark x1="38672" y1="11336" x2="38672" y2="11336"/>
                          <a14:foregroundMark x1="48730" y1="5733" x2="48730" y2="5733"/>
                          <a14:backgroundMark x1="43848" y1="81042" x2="43848" y2="81042"/>
                          <a14:backgroundMark x1="39063" y1="61824" x2="39063" y2="61824"/>
                          <a14:backgroundMark x1="56543" y1="36221" x2="56543" y2="36221"/>
                          <a14:backgroundMark x1="56445" y1="81042" x2="56445" y2="81042"/>
                        </a14:backgroundRemoval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28080"/>
              <a:ext cx="3240088" cy="4856968"/>
            </a:xfrm>
            <a:prstGeom prst="rect">
              <a:avLst/>
            </a:prstGeom>
          </p:spPr>
        </p:pic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44B45D2-6C43-ADA7-302C-3E850FE01A3C}"/>
                </a:ext>
              </a:extLst>
            </p:cNvPr>
            <p:cNvSpPr/>
            <p:nvPr/>
          </p:nvSpPr>
          <p:spPr>
            <a:xfrm>
              <a:off x="1404938" y="1974056"/>
              <a:ext cx="242887" cy="152400"/>
            </a:xfrm>
            <a:custGeom>
              <a:avLst/>
              <a:gdLst>
                <a:gd name="csX0" fmla="*/ 28575 w 242887"/>
                <a:gd name="csY0" fmla="*/ 0 h 152400"/>
                <a:gd name="csX1" fmla="*/ 242887 w 242887"/>
                <a:gd name="csY1" fmla="*/ 21432 h 152400"/>
                <a:gd name="csX2" fmla="*/ 223837 w 242887"/>
                <a:gd name="csY2" fmla="*/ 152400 h 152400"/>
                <a:gd name="csX3" fmla="*/ 0 w 242887"/>
                <a:gd name="csY3" fmla="*/ 135732 h 152400"/>
                <a:gd name="csX4" fmla="*/ 28575 w 242887"/>
                <a:gd name="csY4" fmla="*/ 0 h 152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2887" h="152400">
                  <a:moveTo>
                    <a:pt x="28575" y="0"/>
                  </a:moveTo>
                  <a:lnTo>
                    <a:pt x="242887" y="21432"/>
                  </a:lnTo>
                  <a:lnTo>
                    <a:pt x="223837" y="152400"/>
                  </a:lnTo>
                  <a:lnTo>
                    <a:pt x="0" y="135732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9570E"/>
            </a:solidFill>
            <a:ln>
              <a:solidFill>
                <a:srgbClr val="1957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300" dirty="0"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9A82E76-A117-3B62-5309-E758BC771F5C}"/>
                </a:ext>
              </a:extLst>
            </p:cNvPr>
            <p:cNvSpPr txBox="1"/>
            <p:nvPr/>
          </p:nvSpPr>
          <p:spPr>
            <a:xfrm rot="381858">
              <a:off x="1342445" y="1915758"/>
              <a:ext cx="3770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A1BB04"/>
                  </a:solidFill>
                  <a:latin typeface="Arial Rounded MT Bold" panose="020F0704030504030204" pitchFamily="34" charset="0"/>
                </a:rPr>
                <a:t>pH</a:t>
              </a:r>
              <a:endParaRPr lang="en-ID" sz="1000" b="1" dirty="0">
                <a:solidFill>
                  <a:srgbClr val="A1BB04"/>
                </a:solidFill>
                <a:latin typeface="Arial Rounded MT Bold" panose="020F0704030504030204" pitchFamily="34" charset="0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BA8CCA2-D134-1266-105F-8335CECCF3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22" y="214179"/>
            <a:ext cx="1620044" cy="5580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00C0C3B-4F07-5C72-35D5-B5A8B9327467}"/>
              </a:ext>
            </a:extLst>
          </p:cNvPr>
          <p:cNvGrpSpPr/>
          <p:nvPr/>
        </p:nvGrpSpPr>
        <p:grpSpPr>
          <a:xfrm>
            <a:off x="2310296" y="3255169"/>
            <a:ext cx="311150" cy="311150"/>
            <a:chOff x="608496" y="4236244"/>
            <a:chExt cx="311150" cy="31115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591F56B-77B2-9679-5363-09F167F00EC6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A59F40-66FE-F038-C606-4E875CA3F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49ACC5C-2B33-1C27-3AC9-B8F9219D261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817"/>
          <a:stretch>
            <a:fillRect/>
          </a:stretch>
        </p:blipFill>
        <p:spPr>
          <a:xfrm>
            <a:off x="0" y="2061168"/>
            <a:ext cx="3240088" cy="3457330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43220F1-5E39-E9BC-28A6-A380D94BF3F5}"/>
              </a:ext>
            </a:extLst>
          </p:cNvPr>
          <p:cNvSpPr/>
          <p:nvPr/>
        </p:nvSpPr>
        <p:spPr>
          <a:xfrm>
            <a:off x="2241551" y="4376247"/>
            <a:ext cx="762000" cy="394536"/>
          </a:xfrm>
          <a:prstGeom prst="wedgeRoundRectCallout">
            <a:avLst>
              <a:gd name="adj1" fmla="val -62123"/>
              <a:gd name="adj2" fmla="val 48922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Jejak Teori Asam Basa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9EC0E0E6-8AA0-44E2-5E89-5CDD9346C356}"/>
              </a:ext>
            </a:extLst>
          </p:cNvPr>
          <p:cNvSpPr/>
          <p:nvPr/>
        </p:nvSpPr>
        <p:spPr>
          <a:xfrm>
            <a:off x="483894" y="3366607"/>
            <a:ext cx="762000" cy="394536"/>
          </a:xfrm>
          <a:prstGeom prst="wedgeRoundRectCallout">
            <a:avLst>
              <a:gd name="adj1" fmla="val 60377"/>
              <a:gd name="adj2" fmla="val 5375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OPERASI DERAJAT KEASAMAN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08168AC1-FD00-F9B5-1F9D-AAA17504A86C}"/>
              </a:ext>
            </a:extLst>
          </p:cNvPr>
          <p:cNvSpPr/>
          <p:nvPr/>
        </p:nvSpPr>
        <p:spPr>
          <a:xfrm>
            <a:off x="2045909" y="2380890"/>
            <a:ext cx="986827" cy="394536"/>
          </a:xfrm>
          <a:prstGeom prst="wedgeRoundRectCallout">
            <a:avLst>
              <a:gd name="adj1" fmla="val -62419"/>
              <a:gd name="adj2" fmla="val 5214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DETEKTIF WARNA LABORATORIUM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1E3F4CD9-4DBD-9D9F-34D5-18AC53162A48}"/>
              </a:ext>
            </a:extLst>
          </p:cNvPr>
          <p:cNvSpPr/>
          <p:nvPr/>
        </p:nvSpPr>
        <p:spPr>
          <a:xfrm>
            <a:off x="441564" y="1123950"/>
            <a:ext cx="855111" cy="476810"/>
          </a:xfrm>
          <a:prstGeom prst="wedgeRoundRectCallout">
            <a:avLst>
              <a:gd name="adj1" fmla="val 65319"/>
              <a:gd name="adj2" fmla="val 39107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MISI PENYELAMAT: OPERASI TITRASI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209CBA-97A2-DD97-B798-D1ECBC7A795A}"/>
              </a:ext>
            </a:extLst>
          </p:cNvPr>
          <p:cNvSpPr/>
          <p:nvPr/>
        </p:nvSpPr>
        <p:spPr>
          <a:xfrm>
            <a:off x="0" y="0"/>
            <a:ext cx="3240088" cy="5759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688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A642-7D30-BACA-AF25-B745F2F2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E51C03-6163-0893-E3F1-6C0905FADD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8" b="-178"/>
          <a:stretch>
            <a:fillRect/>
          </a:stretch>
        </p:blipFill>
        <p:spPr>
          <a:xfrm rot="11572129">
            <a:off x="1819505" y="3024802"/>
            <a:ext cx="824315" cy="822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8AAA13-0628-7EBB-6FCE-BD824117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302" r="2632" b="1524"/>
          <a:stretch>
            <a:fillRect/>
          </a:stretch>
        </p:blipFill>
        <p:spPr>
          <a:xfrm rot="414687">
            <a:off x="654332" y="1877645"/>
            <a:ext cx="817069" cy="811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51087-BCCF-AC45-9EF0-F90A2D47C6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3864" r="518" b="1791"/>
          <a:stretch>
            <a:fillRect/>
          </a:stretch>
        </p:blipFill>
        <p:spPr>
          <a:xfrm rot="712029">
            <a:off x="603471" y="3981784"/>
            <a:ext cx="834804" cy="838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EB96F21-EF84-0511-4F2D-22414CC957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530"/>
            <a:ext cx="3240088" cy="48569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56B0E1-58D3-7678-5973-74C69CE3498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1303"/>
          <a:stretch>
            <a:fillRect/>
          </a:stretch>
        </p:blipFill>
        <p:spPr>
          <a:xfrm>
            <a:off x="0" y="654933"/>
            <a:ext cx="3240088" cy="13937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7A8186B-6E40-E51B-A37A-B467C272AA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22" y="214179"/>
            <a:ext cx="1620044" cy="55801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DB00521-2821-E49E-5D95-B38BF3A2BB31}"/>
              </a:ext>
            </a:extLst>
          </p:cNvPr>
          <p:cNvGrpSpPr/>
          <p:nvPr/>
        </p:nvGrpSpPr>
        <p:grpSpPr>
          <a:xfrm>
            <a:off x="608496" y="4236244"/>
            <a:ext cx="311150" cy="311150"/>
            <a:chOff x="608496" y="4236244"/>
            <a:chExt cx="311150" cy="31115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530E2D4-6952-FA1C-DE16-1AC5E67177D6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574420E-1D68-140F-C577-5DF4A4A61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F1A9316-8275-5B7A-DDD1-87535D986A40}"/>
              </a:ext>
            </a:extLst>
          </p:cNvPr>
          <p:cNvGrpSpPr/>
          <p:nvPr/>
        </p:nvGrpSpPr>
        <p:grpSpPr>
          <a:xfrm>
            <a:off x="2310296" y="3255169"/>
            <a:ext cx="311150" cy="311150"/>
            <a:chOff x="608496" y="4236244"/>
            <a:chExt cx="311150" cy="31115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A1F018F-40FF-BDB5-8EF5-8CF9DF8163E3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62E6FD3-3463-AAD7-5DAC-F66E63772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E415130-6FBA-59C5-B203-0A247BD95030}"/>
              </a:ext>
            </a:extLst>
          </p:cNvPr>
          <p:cNvGrpSpPr/>
          <p:nvPr/>
        </p:nvGrpSpPr>
        <p:grpSpPr>
          <a:xfrm>
            <a:off x="608496" y="2023102"/>
            <a:ext cx="311150" cy="311150"/>
            <a:chOff x="608496" y="4236244"/>
            <a:chExt cx="311150" cy="3111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8DE9232-6037-314B-F4E5-0824BCD4E8E1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F0AE29B-D84A-1246-FDDE-8820D3F65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088E8D6F-3466-3F01-1D57-1E03C7D5C472}"/>
              </a:ext>
            </a:extLst>
          </p:cNvPr>
          <p:cNvSpPr/>
          <p:nvPr/>
        </p:nvSpPr>
        <p:spPr>
          <a:xfrm>
            <a:off x="2241551" y="4376247"/>
            <a:ext cx="762000" cy="394536"/>
          </a:xfrm>
          <a:prstGeom prst="wedgeRoundRectCallout">
            <a:avLst>
              <a:gd name="adj1" fmla="val -62123"/>
              <a:gd name="adj2" fmla="val 48922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Jejak Teori Asam Basa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EABB6546-36D9-F8A1-FBEA-CD799D43B4A5}"/>
              </a:ext>
            </a:extLst>
          </p:cNvPr>
          <p:cNvSpPr/>
          <p:nvPr/>
        </p:nvSpPr>
        <p:spPr>
          <a:xfrm>
            <a:off x="483894" y="3366607"/>
            <a:ext cx="762000" cy="394536"/>
          </a:xfrm>
          <a:prstGeom prst="wedgeRoundRectCallout">
            <a:avLst>
              <a:gd name="adj1" fmla="val 60377"/>
              <a:gd name="adj2" fmla="val 5375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OPERASI DERAJAT KEASAMAN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DD70387-A7AF-7A4C-E309-BFD00BAA2F90}"/>
              </a:ext>
            </a:extLst>
          </p:cNvPr>
          <p:cNvSpPr/>
          <p:nvPr/>
        </p:nvSpPr>
        <p:spPr>
          <a:xfrm>
            <a:off x="2045909" y="2380890"/>
            <a:ext cx="986827" cy="394536"/>
          </a:xfrm>
          <a:prstGeom prst="wedgeRoundRectCallout">
            <a:avLst>
              <a:gd name="adj1" fmla="val -62419"/>
              <a:gd name="adj2" fmla="val 5214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DETEKTIF WARNA LABORATORIUM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F2505CF8-A629-5020-A916-46EEBA361A86}"/>
              </a:ext>
            </a:extLst>
          </p:cNvPr>
          <p:cNvSpPr/>
          <p:nvPr/>
        </p:nvSpPr>
        <p:spPr>
          <a:xfrm>
            <a:off x="441564" y="1123950"/>
            <a:ext cx="855111" cy="476810"/>
          </a:xfrm>
          <a:prstGeom prst="wedgeRoundRectCallout">
            <a:avLst>
              <a:gd name="adj1" fmla="val 65319"/>
              <a:gd name="adj2" fmla="val 39107"/>
              <a:gd name="adj3" fmla="val 16667"/>
            </a:avLst>
          </a:prstGeom>
          <a:solidFill>
            <a:schemeClr val="bg1">
              <a:lumMod val="65000"/>
            </a:schemeClr>
          </a:soli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MISI PENYELAMAT: OPERASI TITRASI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C7154E-9E35-583C-347E-00D1A6EE88E3}"/>
              </a:ext>
            </a:extLst>
          </p:cNvPr>
          <p:cNvSpPr/>
          <p:nvPr/>
        </p:nvSpPr>
        <p:spPr>
          <a:xfrm>
            <a:off x="0" y="0"/>
            <a:ext cx="3240088" cy="5759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787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FEC3A5-1E20-8BEE-BEE9-01EB8FBE2C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8" b="-178"/>
          <a:stretch>
            <a:fillRect/>
          </a:stretch>
        </p:blipFill>
        <p:spPr>
          <a:xfrm rot="11572129">
            <a:off x="1819505" y="3024802"/>
            <a:ext cx="824315" cy="822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24A947-E080-A983-1884-37FAF307D48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302" r="2632" b="1524"/>
          <a:stretch>
            <a:fillRect/>
          </a:stretch>
        </p:blipFill>
        <p:spPr>
          <a:xfrm rot="414687">
            <a:off x="654332" y="1877645"/>
            <a:ext cx="817069" cy="811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FA7D1A-90C8-B514-B5AA-7BDE8E6A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3864" r="518" b="1791"/>
          <a:stretch>
            <a:fillRect/>
          </a:stretch>
        </p:blipFill>
        <p:spPr>
          <a:xfrm rot="712029">
            <a:off x="603471" y="3981784"/>
            <a:ext cx="834804" cy="838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7AE07EF-5745-269A-FE57-C692BF1D40C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A97031"/>
              </a:clrFrom>
              <a:clrTo>
                <a:srgbClr val="A9703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733" b="92704" l="9961" r="89844">
                        <a14:foregroundMark x1="46582" y1="86906" x2="53223" y2="87948"/>
                        <a14:foregroundMark x1="69922" y1="90749" x2="66895" y2="92704"/>
                        <a14:foregroundMark x1="46973" y1="82736" x2="48145" y2="84951"/>
                        <a14:foregroundMark x1="63965" y1="44951" x2="46875" y2="42997"/>
                        <a14:foregroundMark x1="46875" y1="42997" x2="33887" y2="47622"/>
                        <a14:foregroundMark x1="33887" y1="47622" x2="34570" y2="48990"/>
                        <a14:foregroundMark x1="44434" y1="60521" x2="40918" y2="64300"/>
                        <a14:foregroundMark x1="51270" y1="19609" x2="50879" y2="21433"/>
                        <a14:foregroundMark x1="62207" y1="7036" x2="62207" y2="7036"/>
                        <a14:foregroundMark x1="47754" y1="7557" x2="47754" y2="7557"/>
                        <a14:foregroundMark x1="37695" y1="9772" x2="37695" y2="9772"/>
                        <a14:foregroundMark x1="38672" y1="11336" x2="38672" y2="11336"/>
                        <a14:foregroundMark x1="48730" y1="5733" x2="48730" y2="5733"/>
                        <a14:backgroundMark x1="43848" y1="81042" x2="43848" y2="81042"/>
                        <a14:backgroundMark x1="39063" y1="61824" x2="39063" y2="61824"/>
                        <a14:backgroundMark x1="56543" y1="36221" x2="56543" y2="36221"/>
                        <a14:backgroundMark x1="56445" y1="81042" x2="56445" y2="81042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530"/>
            <a:ext cx="3240088" cy="48569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C252A1F-10AE-4078-707D-9DA69068F7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22" y="214179"/>
            <a:ext cx="1620044" cy="55801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6327C840-CF1B-1B99-63F6-80292A502861}"/>
              </a:ext>
            </a:extLst>
          </p:cNvPr>
          <p:cNvGrpSpPr/>
          <p:nvPr/>
        </p:nvGrpSpPr>
        <p:grpSpPr>
          <a:xfrm>
            <a:off x="608496" y="4236244"/>
            <a:ext cx="311150" cy="311150"/>
            <a:chOff x="608496" y="4236244"/>
            <a:chExt cx="311150" cy="31115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7BFC186-1842-08AE-D4A0-3A7B729C30F8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4031BF15-8D78-AFC4-49F0-F5AAC294B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4354F51-ECDB-E451-C7E1-59C83FA9BB34}"/>
              </a:ext>
            </a:extLst>
          </p:cNvPr>
          <p:cNvGrpSpPr/>
          <p:nvPr/>
        </p:nvGrpSpPr>
        <p:grpSpPr>
          <a:xfrm>
            <a:off x="2310296" y="3255169"/>
            <a:ext cx="311150" cy="311150"/>
            <a:chOff x="608496" y="4236244"/>
            <a:chExt cx="311150" cy="31115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15E8ACD-F2C0-DD70-5AE6-FAC8B62D3041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1C55C97-DC14-7CE5-3CED-6F04D0D12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B66FF81-4FA8-09E6-9966-ACCA52876E02}"/>
              </a:ext>
            </a:extLst>
          </p:cNvPr>
          <p:cNvGrpSpPr/>
          <p:nvPr/>
        </p:nvGrpSpPr>
        <p:grpSpPr>
          <a:xfrm>
            <a:off x="608496" y="2023102"/>
            <a:ext cx="311150" cy="311150"/>
            <a:chOff x="608496" y="4236244"/>
            <a:chExt cx="311150" cy="31115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73E35C2-31E0-438B-C314-2A2F5A524C7D}"/>
                </a:ext>
              </a:extLst>
            </p:cNvPr>
            <p:cNvSpPr/>
            <p:nvPr/>
          </p:nvSpPr>
          <p:spPr>
            <a:xfrm>
              <a:off x="608496" y="4236244"/>
              <a:ext cx="311150" cy="31115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2F2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AAD9FB7-CBF3-370D-B330-58991C500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958" y="4261862"/>
              <a:ext cx="229342" cy="233842"/>
            </a:xfrm>
            <a:prstGeom prst="rect">
              <a:avLst/>
            </a:prstGeom>
          </p:spPr>
        </p:pic>
      </p:grp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F7558994-4AC0-D797-8753-DC21BE4081FA}"/>
              </a:ext>
            </a:extLst>
          </p:cNvPr>
          <p:cNvSpPr/>
          <p:nvPr/>
        </p:nvSpPr>
        <p:spPr>
          <a:xfrm>
            <a:off x="2241551" y="4376247"/>
            <a:ext cx="762000" cy="394536"/>
          </a:xfrm>
          <a:prstGeom prst="wedgeRoundRectCallout">
            <a:avLst>
              <a:gd name="adj1" fmla="val -62123"/>
              <a:gd name="adj2" fmla="val 48922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Jejak Teori Asam Basa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1FFB0D0-2D04-1B97-85C9-C3C04735A78C}"/>
              </a:ext>
            </a:extLst>
          </p:cNvPr>
          <p:cNvSpPr/>
          <p:nvPr/>
        </p:nvSpPr>
        <p:spPr>
          <a:xfrm>
            <a:off x="483894" y="3366607"/>
            <a:ext cx="762000" cy="394536"/>
          </a:xfrm>
          <a:prstGeom prst="wedgeRoundRectCallout">
            <a:avLst>
              <a:gd name="adj1" fmla="val 60377"/>
              <a:gd name="adj2" fmla="val 5375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OPERASI DERAJAT KEASAMAN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603DF66F-46BD-58E3-57C9-60A7F297E7C7}"/>
              </a:ext>
            </a:extLst>
          </p:cNvPr>
          <p:cNvSpPr/>
          <p:nvPr/>
        </p:nvSpPr>
        <p:spPr>
          <a:xfrm>
            <a:off x="2045909" y="2380890"/>
            <a:ext cx="986827" cy="394536"/>
          </a:xfrm>
          <a:prstGeom prst="wedgeRoundRectCallout">
            <a:avLst>
              <a:gd name="adj1" fmla="val -62419"/>
              <a:gd name="adj2" fmla="val 52140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DETEKTIF WARNA LABORATORIUM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067A9C5-23E3-AEF8-87FC-64730A24BC42}"/>
              </a:ext>
            </a:extLst>
          </p:cNvPr>
          <p:cNvSpPr/>
          <p:nvPr/>
        </p:nvSpPr>
        <p:spPr>
          <a:xfrm>
            <a:off x="441564" y="1123950"/>
            <a:ext cx="855111" cy="476810"/>
          </a:xfrm>
          <a:prstGeom prst="wedgeRoundRectCallout">
            <a:avLst>
              <a:gd name="adj1" fmla="val 65319"/>
              <a:gd name="adj2" fmla="val 39107"/>
              <a:gd name="adj3" fmla="val 16667"/>
            </a:avLst>
          </a:prstGeom>
          <a:gradFill>
            <a:gsLst>
              <a:gs pos="0">
                <a:srgbClr val="E3D4BA"/>
              </a:gs>
              <a:gs pos="100000">
                <a:srgbClr val="EADDC5"/>
              </a:gs>
            </a:gsLst>
            <a:lin ang="5400000" scaled="1"/>
          </a:gradFill>
          <a:ln>
            <a:solidFill>
              <a:srgbClr val="2F200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2F2001"/>
                </a:solidFill>
                <a:latin typeface="Cinzel Decorative" panose="00000500000000000000" pitchFamily="2" charset="0"/>
              </a:rPr>
              <a:t>MISI PENYELAMAT: OPERASI TITRASI</a:t>
            </a:r>
            <a:endParaRPr lang="en-ID" sz="700" b="1" dirty="0">
              <a:solidFill>
                <a:srgbClr val="2F2001"/>
              </a:solidFill>
              <a:latin typeface="Cinzel Decorative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C2DCC-44B2-6906-36AA-F39B4CDD280F}"/>
              </a:ext>
            </a:extLst>
          </p:cNvPr>
          <p:cNvSpPr/>
          <p:nvPr/>
        </p:nvSpPr>
        <p:spPr>
          <a:xfrm>
            <a:off x="0" y="0"/>
            <a:ext cx="3240088" cy="5759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181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139</TotalTime>
  <Words>76</Words>
  <Application>Microsoft Office PowerPoint</Application>
  <PresentationFormat>Custom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Arial Rounded MT Bold</vt:lpstr>
      <vt:lpstr>Calibri</vt:lpstr>
      <vt:lpstr>Calibri Light</vt:lpstr>
      <vt:lpstr>Cinzel Decorative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Dhuha Habibullah</dc:creator>
  <cp:lastModifiedBy>Ahmad Dhuha Habibullah</cp:lastModifiedBy>
  <cp:revision>4</cp:revision>
  <dcterms:created xsi:type="dcterms:W3CDTF">2026-07-28T07:27:06Z</dcterms:created>
  <dcterms:modified xsi:type="dcterms:W3CDTF">2026-07-29T10:23:06Z</dcterms:modified>
</cp:coreProperties>
</file>